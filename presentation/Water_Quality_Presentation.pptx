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06" r:id="rId1"/>
  </p:sldMasterIdLst>
  <p:notesMasterIdLst>
    <p:notesMasterId r:id="rId15"/>
  </p:notesMasterIdLst>
  <p:handoutMasterIdLst>
    <p:handoutMasterId r:id="rId16"/>
  </p:handoutMasterIdLst>
  <p:sldIdLst>
    <p:sldId id="321" r:id="rId2"/>
    <p:sldId id="257" r:id="rId3"/>
    <p:sldId id="427" r:id="rId4"/>
    <p:sldId id="434" r:id="rId5"/>
    <p:sldId id="447" r:id="rId6"/>
    <p:sldId id="446" r:id="rId7"/>
    <p:sldId id="436" r:id="rId8"/>
    <p:sldId id="440" r:id="rId9"/>
    <p:sldId id="441" r:id="rId10"/>
    <p:sldId id="442" r:id="rId11"/>
    <p:sldId id="443" r:id="rId12"/>
    <p:sldId id="444" r:id="rId13"/>
    <p:sldId id="308" r:id="rId14"/>
  </p:sldIdLst>
  <p:sldSz cx="9144000" cy="6858000" type="screen4x3"/>
  <p:notesSz cx="6858000" cy="9144000"/>
  <p:embeddedFontLst>
    <p:embeddedFont>
      <p:font typeface="Proxima Nova Rg" panose="02000506030000020004" charset="0"/>
      <p:regular r:id="rId17"/>
      <p:bold r:id="rId18"/>
      <p:italic r:id="rId19"/>
      <p:boldItalic r:id="rId20"/>
    </p:embeddedFont>
    <p:embeddedFont>
      <p:font typeface="Segoe UI" panose="020B05020402040202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41"/>
    <a:srgbClr val="70B207"/>
    <a:srgbClr val="AA96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A5FC1-EC78-459E-9C70-C7DC3B4507C0}" v="2" dt="2024-12-08T01:35:19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5" autoAdjust="0"/>
    <p:restoredTop sz="95673"/>
  </p:normalViewPr>
  <p:slideViewPr>
    <p:cSldViewPr snapToGrid="0" snapToObjects="1">
      <p:cViewPr varScale="1">
        <p:scale>
          <a:sx n="74" d="100"/>
          <a:sy n="74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2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Goli" userId="049c59c1d8c2ab56" providerId="LiveId" clId="{3A3A5FC1-EC78-459E-9C70-C7DC3B4507C0}"/>
    <pc:docChg chg="undo redo custSel addSld delSld modSld sldOrd">
      <pc:chgData name="Revanth Goli" userId="049c59c1d8c2ab56" providerId="LiveId" clId="{3A3A5FC1-EC78-459E-9C70-C7DC3B4507C0}" dt="2024-12-08T01:48:39.141" v="226" actId="20577"/>
      <pc:docMkLst>
        <pc:docMk/>
      </pc:docMkLst>
      <pc:sldChg chg="modSp mod">
        <pc:chgData name="Revanth Goli" userId="049c59c1d8c2ab56" providerId="LiveId" clId="{3A3A5FC1-EC78-459E-9C70-C7DC3B4507C0}" dt="2024-12-08T01:48:39.141" v="226" actId="20577"/>
        <pc:sldMkLst>
          <pc:docMk/>
          <pc:sldMk cId="3748153116" sldId="257"/>
        </pc:sldMkLst>
        <pc:spChg chg="mod">
          <ac:chgData name="Revanth Goli" userId="049c59c1d8c2ab56" providerId="LiveId" clId="{3A3A5FC1-EC78-459E-9C70-C7DC3B4507C0}" dt="2024-12-08T01:48:39.141" v="226" actId="20577"/>
          <ac:spMkLst>
            <pc:docMk/>
            <pc:sldMk cId="3748153116" sldId="257"/>
            <ac:spMk id="4" creationId="{00000000-0000-0000-0000-000000000000}"/>
          </ac:spMkLst>
        </pc:spChg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296732600" sldId="26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41851158" sldId="26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870969218" sldId="27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018651857" sldId="29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664160704" sldId="33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73304951" sldId="339"/>
        </pc:sldMkLst>
      </pc:sldChg>
      <pc:sldChg chg="del">
        <pc:chgData name="Revanth Goli" userId="049c59c1d8c2ab56" providerId="LiveId" clId="{3A3A5FC1-EC78-459E-9C70-C7DC3B4507C0}" dt="2024-12-08T01:45:27.350" v="115" actId="2696"/>
        <pc:sldMkLst>
          <pc:docMk/>
          <pc:sldMk cId="1009338847" sldId="34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984673876" sldId="34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904850150" sldId="34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484766643" sldId="34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712990761" sldId="34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10269277" sldId="34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385139224" sldId="34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312204288" sldId="349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07897373" sldId="35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5845370" sldId="35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157712430" sldId="35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590874119" sldId="35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649912883" sldId="35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76974517" sldId="35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555628390" sldId="35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187453574" sldId="35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966686647" sldId="35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388686574" sldId="359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802973622" sldId="36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790427206" sldId="36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76210900" sldId="36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784739532" sldId="36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420238097" sldId="36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660959874" sldId="36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967180034" sldId="36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38962218" sldId="37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443578036" sldId="37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300312315" sldId="37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555486333" sldId="37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40363800" sldId="37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567114460" sldId="37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53282412" sldId="37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94377997" sldId="37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998140758" sldId="37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208739873" sldId="38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95744891" sldId="38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719131434" sldId="38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404045922" sldId="38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543060885" sldId="38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211773023" sldId="38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681773060" sldId="38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80057606" sldId="389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011817864" sldId="39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847323302" sldId="39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91652035" sldId="39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80054011" sldId="39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31092300" sldId="39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59836544" sldId="39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458845056" sldId="39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95079815" sldId="39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646405383" sldId="398"/>
        </pc:sldMkLst>
      </pc:sldChg>
      <pc:sldChg chg="del">
        <pc:chgData name="Revanth Goli" userId="049c59c1d8c2ab56" providerId="LiveId" clId="{3A3A5FC1-EC78-459E-9C70-C7DC3B4507C0}" dt="2024-12-08T01:45:39.948" v="116" actId="2696"/>
        <pc:sldMkLst>
          <pc:docMk/>
          <pc:sldMk cId="1467058546" sldId="399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28094791" sldId="400"/>
        </pc:sldMkLst>
      </pc:sldChg>
      <pc:sldChg chg="addSp delSp modSp mod ord modClrScheme chgLayout">
        <pc:chgData name="Revanth Goli" userId="049c59c1d8c2ab56" providerId="LiveId" clId="{3A3A5FC1-EC78-459E-9C70-C7DC3B4507C0}" dt="2024-12-08T01:21:43.361" v="32"/>
        <pc:sldMkLst>
          <pc:docMk/>
          <pc:sldMk cId="571322267" sldId="401"/>
        </pc:sldMkLst>
        <pc:spChg chg="add del mod ord">
          <ac:chgData name="Revanth Goli" userId="049c59c1d8c2ab56" providerId="LiveId" clId="{3A3A5FC1-EC78-459E-9C70-C7DC3B4507C0}" dt="2024-12-08T00:34:32.175" v="18"/>
          <ac:spMkLst>
            <pc:docMk/>
            <pc:sldMk cId="571322267" sldId="401"/>
            <ac:spMk id="2" creationId="{979590A2-7A5E-CA15-20DC-FC425514F82C}"/>
          </ac:spMkLst>
        </pc:spChg>
        <pc:spChg chg="add del">
          <ac:chgData name="Revanth Goli" userId="049c59c1d8c2ab56" providerId="LiveId" clId="{3A3A5FC1-EC78-459E-9C70-C7DC3B4507C0}" dt="2024-12-08T00:34:29.864" v="16" actId="700"/>
          <ac:spMkLst>
            <pc:docMk/>
            <pc:sldMk cId="571322267" sldId="401"/>
            <ac:spMk id="3" creationId="{1EADE05A-53B6-D7FE-6FF5-4A7285DF87A4}"/>
          </ac:spMkLst>
        </pc:spChg>
        <pc:spChg chg="mod ord">
          <ac:chgData name="Revanth Goli" userId="049c59c1d8c2ab56" providerId="LiveId" clId="{3A3A5FC1-EC78-459E-9C70-C7DC3B4507C0}" dt="2024-12-08T00:35:37.192" v="26" actId="700"/>
          <ac:spMkLst>
            <pc:docMk/>
            <pc:sldMk cId="571322267" sldId="401"/>
            <ac:spMk id="5" creationId="{00000000-0000-0000-0000-000000000000}"/>
          </ac:spMkLst>
        </pc:spChg>
        <pc:spChg chg="mod ord">
          <ac:chgData name="Revanth Goli" userId="049c59c1d8c2ab56" providerId="LiveId" clId="{3A3A5FC1-EC78-459E-9C70-C7DC3B4507C0}" dt="2024-12-08T00:35:37.192" v="26" actId="700"/>
          <ac:spMkLst>
            <pc:docMk/>
            <pc:sldMk cId="571322267" sldId="401"/>
            <ac:spMk id="6" creationId="{00000000-0000-0000-0000-000000000000}"/>
          </ac:spMkLst>
        </pc:spChg>
        <pc:spChg chg="mod ord">
          <ac:chgData name="Revanth Goli" userId="049c59c1d8c2ab56" providerId="LiveId" clId="{3A3A5FC1-EC78-459E-9C70-C7DC3B4507C0}" dt="2024-12-08T00:35:37.210" v="27" actId="27636"/>
          <ac:spMkLst>
            <pc:docMk/>
            <pc:sldMk cId="571322267" sldId="401"/>
            <ac:spMk id="7" creationId="{00000000-0000-0000-0000-000000000000}"/>
          </ac:spMkLst>
        </pc:spChg>
        <pc:spChg chg="add del mod ord">
          <ac:chgData name="Revanth Goli" userId="049c59c1d8c2ab56" providerId="LiveId" clId="{3A3A5FC1-EC78-459E-9C70-C7DC3B4507C0}" dt="2024-12-08T00:34:29.864" v="16" actId="700"/>
          <ac:spMkLst>
            <pc:docMk/>
            <pc:sldMk cId="571322267" sldId="401"/>
            <ac:spMk id="8" creationId="{00000000-0000-0000-0000-000000000000}"/>
          </ac:spMkLst>
        </pc:spChg>
        <pc:picChg chg="add mod ord">
          <ac:chgData name="Revanth Goli" userId="049c59c1d8c2ab56" providerId="LiveId" clId="{3A3A5FC1-EC78-459E-9C70-C7DC3B4507C0}" dt="2024-12-08T00:35:50.577" v="29" actId="14100"/>
          <ac:picMkLst>
            <pc:docMk/>
            <pc:sldMk cId="571322267" sldId="401"/>
            <ac:picMk id="9" creationId="{95AD69E9-4A94-8441-E561-104402044F29}"/>
          </ac:picMkLst>
        </pc:picChg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840000474" sldId="40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516205888" sldId="40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4011379109" sldId="40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366548558" sldId="40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502577949" sldId="40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817099982" sldId="40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364030500" sldId="41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368070171" sldId="41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066409407" sldId="41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696502892" sldId="41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102465942" sldId="41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562384187" sldId="41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540719739" sldId="416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728297116" sldId="417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697075281" sldId="418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4006801198" sldId="419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045550818" sldId="420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211495921" sldId="421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1356834568" sldId="422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4116684472" sldId="423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2954223035" sldId="424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3345033635" sldId="425"/>
        </pc:sldMkLst>
      </pc:sldChg>
      <pc:sldChg chg="del">
        <pc:chgData name="Revanth Goli" userId="049c59c1d8c2ab56" providerId="LiveId" clId="{3A3A5FC1-EC78-459E-9C70-C7DC3B4507C0}" dt="2024-12-08T01:47:54.742" v="117" actId="47"/>
        <pc:sldMkLst>
          <pc:docMk/>
          <pc:sldMk cId="739926557" sldId="426"/>
        </pc:sldMkLst>
      </pc:sldChg>
      <pc:sldChg chg="modSp new mod">
        <pc:chgData name="Revanth Goli" userId="049c59c1d8c2ab56" providerId="LiveId" clId="{3A3A5FC1-EC78-459E-9C70-C7DC3B4507C0}" dt="2024-12-08T01:34:44.263" v="74" actId="113"/>
        <pc:sldMkLst>
          <pc:docMk/>
          <pc:sldMk cId="3500562066" sldId="430"/>
        </pc:sldMkLst>
        <pc:spChg chg="mod">
          <ac:chgData name="Revanth Goli" userId="049c59c1d8c2ab56" providerId="LiveId" clId="{3A3A5FC1-EC78-459E-9C70-C7DC3B4507C0}" dt="2024-12-08T01:34:44.263" v="74" actId="113"/>
          <ac:spMkLst>
            <pc:docMk/>
            <pc:sldMk cId="3500562066" sldId="430"/>
            <ac:spMk id="2" creationId="{0367C750-27A7-4A84-A42E-6C7C4FE39D83}"/>
          </ac:spMkLst>
        </pc:spChg>
        <pc:spChg chg="mod">
          <ac:chgData name="Revanth Goli" userId="049c59c1d8c2ab56" providerId="LiveId" clId="{3A3A5FC1-EC78-459E-9C70-C7DC3B4507C0}" dt="2024-12-08T01:22:15.393" v="52" actId="20577"/>
          <ac:spMkLst>
            <pc:docMk/>
            <pc:sldMk cId="3500562066" sldId="430"/>
            <ac:spMk id="3" creationId="{6EA4CADD-D9FB-1B41-0A02-831F9678DE5B}"/>
          </ac:spMkLst>
        </pc:spChg>
      </pc:sldChg>
      <pc:sldChg chg="addSp delSp modSp new mod">
        <pc:chgData name="Revanth Goli" userId="049c59c1d8c2ab56" providerId="LiveId" clId="{3A3A5FC1-EC78-459E-9C70-C7DC3B4507C0}" dt="2024-12-08T01:44:51.557" v="114" actId="113"/>
        <pc:sldMkLst>
          <pc:docMk/>
          <pc:sldMk cId="3295298627" sldId="431"/>
        </pc:sldMkLst>
        <pc:spChg chg="del mod">
          <ac:chgData name="Revanth Goli" userId="049c59c1d8c2ab56" providerId="LiveId" clId="{3A3A5FC1-EC78-459E-9C70-C7DC3B4507C0}" dt="2024-12-08T01:35:19.626" v="78"/>
          <ac:spMkLst>
            <pc:docMk/>
            <pc:sldMk cId="3295298627" sldId="431"/>
            <ac:spMk id="2" creationId="{38E0B392-A94E-28CB-7D54-BA06A04C3FB2}"/>
          </ac:spMkLst>
        </pc:spChg>
        <pc:spChg chg="del">
          <ac:chgData name="Revanth Goli" userId="049c59c1d8c2ab56" providerId="LiveId" clId="{3A3A5FC1-EC78-459E-9C70-C7DC3B4507C0}" dt="2024-12-08T01:35:13.977" v="76" actId="21"/>
          <ac:spMkLst>
            <pc:docMk/>
            <pc:sldMk cId="3295298627" sldId="431"/>
            <ac:spMk id="3" creationId="{8C7B1620-A187-D851-4483-76173DFF9AD2}"/>
          </ac:spMkLst>
        </pc:spChg>
        <pc:spChg chg="add mod">
          <ac:chgData name="Revanth Goli" userId="049c59c1d8c2ab56" providerId="LiveId" clId="{3A3A5FC1-EC78-459E-9C70-C7DC3B4507C0}" dt="2024-12-08T01:44:51.557" v="114" actId="113"/>
          <ac:spMkLst>
            <pc:docMk/>
            <pc:sldMk cId="3295298627" sldId="431"/>
            <ac:spMk id="6" creationId="{8C7B1620-A187-D851-4483-76173DFF9AD2}"/>
          </ac:spMkLst>
        </pc:spChg>
      </pc:sldChg>
      <pc:sldMasterChg chg="delSldLayout">
        <pc:chgData name="Revanth Goli" userId="049c59c1d8c2ab56" providerId="LiveId" clId="{3A3A5FC1-EC78-459E-9C70-C7DC3B4507C0}" dt="2024-12-08T01:47:54.742" v="117" actId="47"/>
        <pc:sldMasterMkLst>
          <pc:docMk/>
          <pc:sldMasterMk cId="2038335016" sldId="2147483706"/>
        </pc:sldMasterMkLst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36137858" sldId="2147483719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998895351" sldId="2147483720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554495658" sldId="2147483721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103527810" sldId="2147483724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323127178" sldId="2147483725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915320688" sldId="2147483727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369439755" sldId="2147483728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591717386" sldId="2147483729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790315823" sldId="2147483730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651680466" sldId="2147483731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626992362" sldId="2147483732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58372305" sldId="2147483733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031091502" sldId="2147483734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509326471" sldId="2147483735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173159733" sldId="2147483736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248269424" sldId="2147483737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896461625" sldId="2147483738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85264023" sldId="2147483739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660842012" sldId="2147483740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2133757047" sldId="2147483741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225267676" sldId="2147483742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853139449" sldId="2147483743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212900629" sldId="2147483744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513115701" sldId="2147483745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796867261" sldId="2147483747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240032935" sldId="2147483748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2052228057" sldId="2147483749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062099532" sldId="2147483750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822760460" sldId="2147483751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487848187" sldId="2147483752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71914663" sldId="2147483753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004235826" sldId="2147483754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117545809" sldId="2147483755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700435201" sldId="2147483756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856554000" sldId="2147483757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65687090" sldId="2147483758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564115118" sldId="2147483759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735465299" sldId="2147483760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49408161" sldId="2147483761"/>
          </pc:sldLayoutMkLst>
        </pc:sldLayoutChg>
        <pc:sldLayoutChg chg="del">
          <pc:chgData name="Revanth Goli" userId="049c59c1d8c2ab56" providerId="LiveId" clId="{3A3A5FC1-EC78-459E-9C70-C7DC3B4507C0}" dt="2024-12-08T01:47:54.742" v="117" actId="47"/>
          <pc:sldLayoutMkLst>
            <pc:docMk/>
            <pc:sldMasterMk cId="2038335016" sldId="2147483706"/>
            <pc:sldLayoutMk cId="1474274185" sldId="2147483762"/>
          </pc:sldLayoutMkLst>
        </pc:sldLayoutChg>
        <pc:sldLayoutChg chg="del">
          <pc:chgData name="Revanth Goli" userId="049c59c1d8c2ab56" providerId="LiveId" clId="{3A3A5FC1-EC78-459E-9C70-C7DC3B4507C0}" dt="2024-12-08T01:45:39.948" v="116" actId="2696"/>
          <pc:sldLayoutMkLst>
            <pc:docMk/>
            <pc:sldMasterMk cId="2038335016" sldId="2147483706"/>
            <pc:sldLayoutMk cId="883623110" sldId="214748376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5BD2A-A97D-094A-8D3B-21A9E6A37617}" type="slidenum"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2A76C-E886-6A42-B8CD-C60BA58F0DF5}" type="datetimeFigureOut">
              <a:t>12/8/2024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583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F062A-B138-3741-8B48-19ACC59FDA5A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32798-74E8-444A-A934-2294B8EA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0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5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0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5540-FF9D-99BA-6AB7-D1C51FC4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184C1-FB0E-179F-43F2-7D17C0057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C9722-84C4-A7AB-97EF-F768B4ACA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EF992-DA9F-ED5B-7444-B012E1865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1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0" y="1364473"/>
            <a:ext cx="6851890" cy="293296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2526131"/>
            <a:ext cx="6762750" cy="1715669"/>
          </a:xfrm>
        </p:spPr>
        <p:txBody>
          <a:bodyPr lIns="0" tIns="3600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7696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587">
          <p15:clr>
            <a:srgbClr val="FBAE40"/>
          </p15:clr>
        </p15:guide>
        <p15:guide id="2" pos="478">
          <p15:clr>
            <a:srgbClr val="FBAE40"/>
          </p15:clr>
        </p15:guide>
        <p15:guide id="3" orient="horz" pos="984">
          <p15:clr>
            <a:srgbClr val="FBAE40"/>
          </p15:clr>
        </p15:guide>
        <p15:guide id="4" orient="horz" pos="2543">
          <p15:clr>
            <a:srgbClr val="FBAE40"/>
          </p15:clr>
        </p15:guide>
        <p15:guide id="5" orient="horz" pos="2728">
          <p15:clr>
            <a:srgbClr val="FBAE40"/>
          </p15:clr>
        </p15:guide>
        <p15:guide id="6" pos="47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578" cy="1655762"/>
          </a:xfrm>
        </p:spPr>
        <p:txBody>
          <a:bodyPr lIns="0" tIns="36000" rIns="0" bIns="0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>
          <a:xfrm>
            <a:off x="758824" y="2553420"/>
            <a:ext cx="6765925" cy="1687212"/>
          </a:xfrm>
        </p:spPr>
        <p:txBody>
          <a:bodyPr lIns="0" tIns="0" rIns="0" bIns="0"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0" y="1364473"/>
            <a:ext cx="6856545" cy="293296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306653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 userDrawn="1">
          <p15:clr>
            <a:srgbClr val="FBAE40"/>
          </p15:clr>
        </p15:guide>
        <p15:guide id="2" orient="horz" pos="2543" userDrawn="1">
          <p15:clr>
            <a:srgbClr val="FBAE40"/>
          </p15:clr>
        </p15:guide>
        <p15:guide id="3" orient="horz" pos="587" userDrawn="1">
          <p15:clr>
            <a:srgbClr val="FBAE40"/>
          </p15:clr>
        </p15:guide>
        <p15:guide id="4" orient="horz" pos="978" userDrawn="1">
          <p15:clr>
            <a:srgbClr val="FBAE40"/>
          </p15:clr>
        </p15:guide>
        <p15:guide id="5" orient="horz" pos="2728" userDrawn="1">
          <p15:clr>
            <a:srgbClr val="FBAE40"/>
          </p15:clr>
        </p15:guide>
        <p15:guide id="6" pos="47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2526131"/>
            <a:ext cx="6762750" cy="1715669"/>
          </a:xfrm>
        </p:spPr>
        <p:txBody>
          <a:bodyPr lIns="0" tIns="3600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 - Picture Background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0" y="1364473"/>
            <a:ext cx="6851890" cy="293296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6A155A1-BB74-485E-B0B8-298D911F17BF}"/>
              </a:ext>
            </a:extLst>
          </p:cNvPr>
          <p:cNvSpPr txBox="1"/>
          <p:nvPr userDrawn="1"/>
        </p:nvSpPr>
        <p:spPr>
          <a:xfrm>
            <a:off x="-2" y="-426745"/>
            <a:ext cx="9144002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050" dirty="0">
                <a:solidFill>
                  <a:schemeClr val="accent2"/>
                </a:solidFill>
                <a:latin typeface="+mj-lt"/>
              </a:rPr>
              <a:t>To insert a background image, right-click on the slide – select FORMAT BACKGROUND &gt; Picture or texture fill</a:t>
            </a:r>
            <a:endParaRPr lang="bg-BG" sz="105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24648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78" userDrawn="1">
          <p15:clr>
            <a:srgbClr val="FBAE40"/>
          </p15:clr>
        </p15:guide>
        <p15:guide id="2" orient="horz" pos="587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978" userDrawn="1">
          <p15:clr>
            <a:srgbClr val="FBAE40"/>
          </p15:clr>
        </p15:guide>
        <p15:guide id="5" orient="horz" pos="2543" userDrawn="1">
          <p15:clr>
            <a:srgbClr val="FBAE40"/>
          </p15:clr>
        </p15:guide>
        <p15:guide id="6" orient="horz" pos="272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1639888"/>
            <a:ext cx="8338505" cy="4357687"/>
          </a:xfrm>
        </p:spPr>
        <p:txBody>
          <a:bodyPr/>
          <a:lstStyle>
            <a:lvl1pPr>
              <a:lnSpc>
                <a:spcPct val="100000"/>
              </a:lnSpc>
              <a:buClr>
                <a:srgbClr val="006241"/>
              </a:buClr>
              <a:defRPr sz="24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20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8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6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6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0" y="476720"/>
            <a:ext cx="797734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4" y="570004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750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7912977" y="6679132"/>
            <a:ext cx="828753" cy="8079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525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0" y="6555804"/>
            <a:ext cx="4148992" cy="196529"/>
          </a:xfrm>
        </p:spPr>
        <p:txBody>
          <a:bodyPr lIns="0" tIns="0" rIns="0" bIns="0" anchor="b"/>
          <a:lstStyle>
            <a:lvl1pPr algn="ctr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5" y="659326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35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6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254">
          <p15:clr>
            <a:srgbClr val="FBAE40"/>
          </p15:clr>
        </p15:guide>
        <p15:guide id="5" pos="5508">
          <p15:clr>
            <a:srgbClr val="FBAE40"/>
          </p15:clr>
        </p15:guide>
        <p15:guide id="6" orient="horz" pos="1033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52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0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565556" y="1645670"/>
            <a:ext cx="5151578" cy="4351336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4" y="570004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750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8327" y="1639888"/>
            <a:ext cx="2900498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24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20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6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6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7912977" y="6679132"/>
            <a:ext cx="828753" cy="8079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525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2508250" y="6555804"/>
            <a:ext cx="4148992" cy="196529"/>
          </a:xfrm>
        </p:spPr>
        <p:txBody>
          <a:bodyPr lIns="0" tIns="0" rIns="0" bIns="0" anchor="b"/>
          <a:lstStyle>
            <a:lvl1pPr algn="ctr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5" y="659326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9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 userDrawn="1">
          <p15:clr>
            <a:srgbClr val="FBAE40"/>
          </p15:clr>
        </p15:guide>
        <p15:guide id="2" pos="5369" userDrawn="1">
          <p15:clr>
            <a:srgbClr val="FBAE40"/>
          </p15:clr>
        </p15:guide>
        <p15:guide id="3" orient="horz" pos="4252" userDrawn="1">
          <p15:clr>
            <a:srgbClr val="FBAE40"/>
          </p15:clr>
        </p15:guide>
        <p15:guide id="4" orient="horz" pos="432" userDrawn="1">
          <p15:clr>
            <a:srgbClr val="FBAE40"/>
          </p15:clr>
        </p15:guide>
        <p15:guide id="5" orient="horz" pos="3778" userDrawn="1">
          <p15:clr>
            <a:srgbClr val="FBAE40"/>
          </p15:clr>
        </p15:guide>
        <p15:guide id="6" pos="254" userDrawn="1">
          <p15:clr>
            <a:srgbClr val="FBAE40"/>
          </p15:clr>
        </p15:guide>
        <p15:guide id="7" pos="2078" userDrawn="1">
          <p15:clr>
            <a:srgbClr val="FBAE40"/>
          </p15:clr>
        </p15:guide>
        <p15:guide id="8" pos="2249" userDrawn="1">
          <p15:clr>
            <a:srgbClr val="FBAE40"/>
          </p15:clr>
        </p15:guide>
        <p15:guide id="9" pos="5279" userDrawn="1">
          <p15:clr>
            <a:srgbClr val="FBAE40"/>
          </p15:clr>
        </p15:guide>
        <p15:guide id="10" pos="5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70" y="476720"/>
            <a:ext cx="7977349" cy="768545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4" y="570004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750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1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 userDrawn="1">
          <p15:clr>
            <a:srgbClr val="FBAE40"/>
          </p15:clr>
        </p15:guide>
        <p15:guide id="2" orient="horz" pos="432" userDrawn="1">
          <p15:clr>
            <a:srgbClr val="FBAE40"/>
          </p15:clr>
        </p15:guide>
        <p15:guide id="3" pos="5369" userDrawn="1">
          <p15:clr>
            <a:srgbClr val="FBAE40"/>
          </p15:clr>
        </p15:guide>
        <p15:guide id="4" pos="5279" userDrawn="1">
          <p15:clr>
            <a:srgbClr val="FBAE40"/>
          </p15:clr>
        </p15:guide>
        <p15:guide id="5" pos="55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500" y="1876586"/>
            <a:ext cx="6858000" cy="2387600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5AA08003-45F5-44E5-9CB3-AEF061C5A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576" y="928012"/>
            <a:ext cx="4734560" cy="416812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A69B81-CEB2-49A6-BFE5-C583B976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436" y="1364473"/>
            <a:ext cx="6856545" cy="293296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C1E0CC92-FEF5-415B-8C2E-E06D362507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08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2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468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3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65" r:id="rId2"/>
    <p:sldLayoutId id="2147483708" r:id="rId3"/>
    <p:sldLayoutId id="2147483723" r:id="rId4"/>
    <p:sldLayoutId id="2147483669" r:id="rId5"/>
    <p:sldLayoutId id="2147483697" r:id="rId6"/>
    <p:sldLayoutId id="214748376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624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67419" y="3958542"/>
            <a:ext cx="8315864" cy="2031096"/>
          </a:xfrm>
        </p:spPr>
        <p:txBody>
          <a:bodyPr anchor="t">
            <a:noAutofit/>
          </a:bodyPr>
          <a:lstStyle/>
          <a:p>
            <a:pPr marL="533400" algn="just">
              <a:spcBef>
                <a:spcPts val="200"/>
              </a:spcBef>
            </a:pPr>
            <a:r>
              <a:rPr lang="en-US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Project By – Group 17</a:t>
            </a:r>
          </a:p>
          <a:p>
            <a:pPr marL="533400" algn="just">
              <a:spcBef>
                <a:spcPts val="200"/>
              </a:spcBef>
            </a:pP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Naralasetti</a:t>
            </a: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Shanmukheswari</a:t>
            </a: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Prasannasai</a:t>
            </a: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- Blazer ID -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sanrala</a:t>
            </a:r>
            <a:endParaRPr lang="en-IN" sz="1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algn="just" rtl="0">
              <a:spcBef>
                <a:spcPts val="200"/>
              </a:spcBef>
            </a:pP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Srinivasa Chowdary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Eluri</a:t>
            </a: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- Blazer ID - 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eluris</a:t>
            </a:r>
            <a:endParaRPr lang="en-IN" sz="1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algn="just" rtl="0">
              <a:spcBef>
                <a:spcPts val="200"/>
              </a:spcBef>
            </a:pP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Christopher Kirkman  - Blazer ID - </a:t>
            </a:r>
            <a:r>
              <a:rPr lang="en-US" sz="1400" dirty="0">
                <a:effectLst/>
                <a:latin typeface="Segoe UI" panose="020B0502040204020203" pitchFamily="34" charset="0"/>
              </a:rPr>
              <a:t>ckirk75</a:t>
            </a:r>
            <a:endParaRPr lang="en-IN" sz="1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algn="just" rtl="0">
              <a:spcBef>
                <a:spcPts val="200"/>
              </a:spcBef>
            </a:pPr>
            <a: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Divya Tanniru - Blazer Id - </a:t>
            </a:r>
            <a:r>
              <a:rPr lang="en-IN" sz="1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dtanniru</a:t>
            </a:r>
            <a:endParaRPr lang="en-IN" sz="1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2200" dirty="0"/>
            </a:br>
            <a:endParaRPr lang="en-US" sz="2200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1999" y="1924248"/>
            <a:ext cx="7441721" cy="133653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Groundwater Quality Classification 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CS 667 Machine Learning</a:t>
            </a: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66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FC48DB-3977-2A48-A5B0-2642AC579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91" y="1245265"/>
            <a:ext cx="8338505" cy="46465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classify groundwater quality using machine learning and provide information to help manage water better.</a:t>
            </a:r>
          </a:p>
          <a:p>
            <a:pPr marL="0" indent="0">
              <a:buNone/>
            </a:pP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2394D-D046-4F45-8A61-AA2D063A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Department of Arts and Sciences</a:t>
            </a:r>
          </a:p>
        </p:txBody>
      </p:sp>
    </p:spTree>
    <p:extLst>
      <p:ext uri="{BB962C8B-B14F-4D97-AF65-F5344CB8AC3E}">
        <p14:creationId xmlns:p14="http://schemas.microsoft.com/office/powerpoint/2010/main" val="374815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226F-1440-10F7-4E3A-EB26DC2E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7E0EE4-16F2-0EED-A9E0-C83C1082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1245266"/>
            <a:ext cx="8338505" cy="4752310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Groundwater is an important resource for farming, drinking water, and industries. 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Tx/>
              <a:buChar char="-"/>
              <a:tabLst>
                <a:tab pos="9144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It is being contaminated by: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Tx/>
              <a:buChar char="-"/>
              <a:tabLst>
                <a:tab pos="9144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Industrial waste  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Tx/>
              <a:buChar char="-"/>
              <a:tabLst>
                <a:tab pos="9144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Agricultural runoff   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Tx/>
              <a:buChar char="-"/>
              <a:tabLst>
                <a:tab pos="9144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Poor waste management 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Matters: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Farming: Contaminated water harms crops and animals.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Health: Unsafe water affects people’s lives.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Future: Polluted water resources make life harder for future generations.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Tx/>
              <a:buChar char="-"/>
              <a:tabLst>
                <a:tab pos="914400" algn="l"/>
              </a:tabLst>
            </a:pPr>
            <a:endParaRPr lang="en-US" sz="2400" b="1" dirty="0"/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Tx/>
              <a:buChar char="-"/>
              <a:tabLst>
                <a:tab pos="914400" algn="l"/>
              </a:tabLst>
            </a:pPr>
            <a:endParaRPr lang="en-US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6CD4B-C921-BD1C-EF43-880FD77F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1A5A7D-F704-C94D-5D26-4E95B567F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B93C8-D809-7080-E204-82F7925E28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93541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DFA1B-D983-88F1-5918-81265729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Solution: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Random Forest algorithm to: 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 groundwater quality into categories (Good, Moderate, Poor).   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key factors like TDS (Total Dissolved Solids) and EC (Electrical Conductivity).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7D4719-2AC2-D938-CBEB-DD77D100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Overview: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8DA49-EB21-BF5B-7637-61656223F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477C-F749-1926-2893-0DEC9C4B18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44064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327A0-4A69-3907-A4AF-21AC9EC6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Chosen for its exceptional performance in handling complex and noisy datasets.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variance and bias through its ensemble structure.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 a better balance of robustness, efficiency, and interpretability compared to other models.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Outperforms SVM and k-NN; more practical than neural networks despite their slightly higher accuracy.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F2E0FF-15F9-B6DB-CC56-8DB3B5D8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RF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45CFC-AC87-9E99-F609-2CA7015E2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E572E-2FAE-B892-39B2-D5902589B4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1309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CC528-9DCF-A3DE-013A-26B7390AA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Telangana Groundwater Dataset (2018-2020) from Kaggle. 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Geochemical data (TDS, EC, pH) and identical identifiers (district, village)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8245B8-4348-4D26-8D62-750A09BE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DB816-665C-31B9-B46E-111800358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8A553-6DA6-32E2-C62A-3F1C51E433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10434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7F2DD8-D189-AFFF-37E0-90D42EA6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93" y="1354347"/>
            <a:ext cx="8338505" cy="4753155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missing values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redundant features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encoding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and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Metrics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F1-Score, Precision, and Recall metrics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 curve </a:t>
            </a:r>
          </a:p>
          <a:p>
            <a:pPr lvl="1"/>
            <a:r>
              <a:rPr lang="en-US" sz="1600" dirty="0"/>
              <a:t>Decision Boundary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1B9857-05F2-400F-D760-A93A087E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and Implementation: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EAE9B-CCB2-59FC-8B71-E88079823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F29DE-4D73-D122-0294-1C89EB9C4D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349385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7BAA09-D59C-B47B-885F-F7AD55EDF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1664898"/>
            <a:ext cx="8338505" cy="4332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2018 Accuracy: 92%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2019 Accuracy: 94%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2020 Accuracy: 88%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9CB893-0C28-802F-4610-80EBDC4E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and Insights: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21DDE-0D20-9F60-2B4F-EA4AFE2A4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AEA8-5EA7-C055-2CAB-A1A2EC74EE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46408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D29247-3D3E-D198-F64B-D9C670389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465826"/>
            <a:ext cx="8338505" cy="5531750"/>
          </a:xfrm>
        </p:spPr>
        <p:txBody>
          <a:bodyPr>
            <a:normAutofit/>
          </a:bodyPr>
          <a:lstStyle/>
          <a:p>
            <a:r>
              <a:rPr lang="en-US" b="1" dirty="0"/>
              <a:t>Key Findings:</a:t>
            </a:r>
          </a:p>
          <a:p>
            <a:pPr marL="0" indent="0">
              <a:buNone/>
            </a:pPr>
            <a:r>
              <a:rPr lang="en-US" dirty="0"/>
              <a:t>1. Important Features:</a:t>
            </a:r>
          </a:p>
          <a:p>
            <a:r>
              <a:rPr lang="en-US" dirty="0"/>
              <a:t>TDS: High TDS means high contamination.     </a:t>
            </a:r>
          </a:p>
          <a:p>
            <a:r>
              <a:rPr lang="en-US" dirty="0"/>
              <a:t>EC: High EC indicates salinity and poor water quality.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Water Quality Classification:    </a:t>
            </a:r>
          </a:p>
          <a:p>
            <a:r>
              <a:rPr lang="en-US" dirty="0"/>
              <a:t>Good Water (Red Region): Safe for farming and drinking.     </a:t>
            </a:r>
          </a:p>
          <a:p>
            <a:r>
              <a:rPr lang="en-US" dirty="0"/>
              <a:t>Moderate Water (Green Region): Acceptable but needs monitoring.     </a:t>
            </a:r>
          </a:p>
          <a:p>
            <a:r>
              <a:rPr lang="en-US" dirty="0"/>
              <a:t>Poor Water (Blue Region): Requires treatment to be used.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CBE4B-2E68-9876-F14F-B6D1DEE12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7C2CA-0CE5-32E2-884B-77823AFE2A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347271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81D482-D1DD-3E3E-C94E-87A6DACD4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b="1" dirty="0"/>
          </a:p>
          <a:p>
            <a:r>
              <a:rPr lang="en-US" dirty="0"/>
              <a:t>The Random Forest model worked well to classify groundwater quality with high accuracy.  </a:t>
            </a:r>
          </a:p>
          <a:p>
            <a:r>
              <a:rPr lang="en-US" dirty="0"/>
              <a:t>Our Model identified key factors like TDS and EC, helping us understand contamination trends.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84C073-B8A8-523A-5A36-290BE36C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1C8F-5CD1-2401-7DF9-DB7BED433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2892-1493-A988-F413-BF72EAB1B5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87904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3237B-7E39-927A-60A1-C6CFE890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871268"/>
            <a:ext cx="8338505" cy="5126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6241"/>
                </a:solidFill>
              </a:rPr>
              <a:t>Future Work: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Add more data to improve accuracy and model performance.  </a:t>
            </a:r>
          </a:p>
          <a:p>
            <a:r>
              <a:rPr lang="en-US" dirty="0"/>
              <a:t>Developing practical tools for real world applications.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1347-F4CF-8D28-A283-CC93D12FB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6083E-A853-F6D8-6097-AB398A5723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06313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5A2ED1-5FF4-7E60-6456-5A0C0A586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93" y="1406106"/>
            <a:ext cx="8338505" cy="45914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1. </a:t>
            </a:r>
            <a:r>
              <a:rPr lang="en-US" sz="1600" dirty="0" err="1"/>
              <a:t>Breiman</a:t>
            </a:r>
            <a:r>
              <a:rPr lang="en-US" sz="1600" dirty="0"/>
              <a:t>, L. (2001). Random forests. Machine Learning, 45(1), 5-32. </a:t>
            </a:r>
          </a:p>
          <a:p>
            <a:pPr marL="0" indent="0">
              <a:buNone/>
            </a:pPr>
            <a:r>
              <a:rPr lang="en-US" sz="1600" dirty="0"/>
              <a:t>2. </a:t>
            </a:r>
            <a:r>
              <a:rPr lang="en-US" sz="1600" dirty="0" err="1"/>
              <a:t>Gholami</a:t>
            </a:r>
            <a:r>
              <a:rPr lang="en-US" sz="1600" dirty="0"/>
              <a:t>, Z., et al. (2020). Comparing machine learning algorithms for groundwater quality prediction. Environmental Science and Pollution Research, 27, 12445-12456. </a:t>
            </a:r>
          </a:p>
          <a:p>
            <a:pPr marL="0" indent="0">
              <a:buNone/>
            </a:pPr>
            <a:r>
              <a:rPr lang="en-US" sz="1600" dirty="0"/>
              <a:t>3. Giri, S., &amp; Qiu, H. (2016). Feature importance analysis using Random Forest for groundwater quality prediction. Water, 8(5), 192. </a:t>
            </a:r>
          </a:p>
          <a:p>
            <a:pPr marL="0" indent="0">
              <a:buNone/>
            </a:pPr>
            <a:r>
              <a:rPr lang="en-US" sz="1600" dirty="0"/>
              <a:t>4. Ghosh, S., &amp; Shit, P. K. (2022). Application of Random Forest in groundwater quality assessment. Journal of Environmental Management, 301, 113870. ‘</a:t>
            </a:r>
          </a:p>
          <a:p>
            <a:pPr marL="0" indent="0">
              <a:buNone/>
            </a:pPr>
            <a:r>
              <a:rPr lang="en-US" sz="1600" dirty="0"/>
              <a:t>5. Jha, M. K., et al. (2021). Groundwater quality assessment and modeling: A review. Water Quality Research Journal, 56(3), 115-126. </a:t>
            </a:r>
          </a:p>
          <a:p>
            <a:pPr marL="0" indent="0">
              <a:buNone/>
            </a:pPr>
            <a:r>
              <a:rPr lang="en-US" sz="1600" dirty="0"/>
              <a:t>6. </a:t>
            </a:r>
            <a:r>
              <a:rPr lang="en-US" sz="1600" dirty="0" err="1"/>
              <a:t>Liaw</a:t>
            </a:r>
            <a:r>
              <a:rPr lang="en-US" sz="1600" dirty="0"/>
              <a:t>, A., &amp; Wiener, M. (2002). Classification and regression by </a:t>
            </a:r>
            <a:r>
              <a:rPr lang="en-US" sz="1600" dirty="0" err="1"/>
              <a:t>randomForest</a:t>
            </a:r>
            <a:r>
              <a:rPr lang="en-US" sz="1600" dirty="0"/>
              <a:t>. R News, 2(3), 18-22. </a:t>
            </a:r>
          </a:p>
          <a:p>
            <a:pPr marL="0" indent="0">
              <a:buNone/>
            </a:pPr>
            <a:r>
              <a:rPr lang="en-US" sz="1600" dirty="0"/>
              <a:t>7. Liang, H., et al. (2017). Integrating Random Forest and GIS for groundwater quality assessment. Environmental Monitoring and Assessment, 189, 43. </a:t>
            </a:r>
          </a:p>
          <a:p>
            <a:pPr marL="0" indent="0">
              <a:buNone/>
            </a:pPr>
            <a:r>
              <a:rPr lang="en-US" sz="1600" dirty="0"/>
              <a:t>8. Sahoo, P. K., et al. (2019). Application of Random Forest for the prediction of water quality index. Journal of Water and Climate Change, 10(3), 675-687.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CFD496-3F30-C936-2A51-B5946AA5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D556E-FEAD-3143-0C7D-62AEE11BE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57EA-7073-89E7-9007-429F2606AE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06217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495F6-C016-AF48-8C5C-990AB9393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2973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6B51"/>
      </a:accent1>
      <a:accent2>
        <a:srgbClr val="1F4027"/>
      </a:accent2>
      <a:accent3>
        <a:srgbClr val="80BC08"/>
      </a:accent3>
      <a:accent4>
        <a:srgbClr val="FFD300"/>
      </a:accent4>
      <a:accent5>
        <a:srgbClr val="AA9767"/>
      </a:accent5>
      <a:accent6>
        <a:srgbClr val="80828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2B27EC9-399D-F641-87F1-447B0A55D7A1}" vid="{67AC473B-5B86-AA40-95E6-C1296954F4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</TotalTime>
  <Words>901</Words>
  <Application>Microsoft Office PowerPoint</Application>
  <PresentationFormat>On-screen Show (4:3)</PresentationFormat>
  <Paragraphs>106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Proxima Nova Rg</vt:lpstr>
      <vt:lpstr>Segoe UI</vt:lpstr>
      <vt:lpstr>Arial</vt:lpstr>
      <vt:lpstr>Calibri</vt:lpstr>
      <vt:lpstr>Aptos</vt:lpstr>
      <vt:lpstr>Times New Roman</vt:lpstr>
      <vt:lpstr>Office Theme</vt:lpstr>
      <vt:lpstr> Groundwater Quality Classification  CS 667 Machine Learning</vt:lpstr>
      <vt:lpstr>Objective:</vt:lpstr>
      <vt:lpstr>Problem Statement:</vt:lpstr>
      <vt:lpstr>Solution Overview:</vt:lpstr>
      <vt:lpstr>Why RF</vt:lpstr>
      <vt:lpstr>Dataset</vt:lpstr>
      <vt:lpstr>Methods and Implementation:</vt:lpstr>
      <vt:lpstr>Results and Insights:</vt:lpstr>
      <vt:lpstr>PowerPoint Presentation</vt:lpstr>
      <vt:lpstr>Conclusion :</vt:lpstr>
      <vt:lpstr>PowerPoint Presentation</vt:lpstr>
      <vt:lpstr>References: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Sripathi Panditharadhyula</dc:creator>
  <cp:lastModifiedBy>Divya Tanniru</cp:lastModifiedBy>
  <cp:revision>7</cp:revision>
  <cp:lastPrinted>2019-04-15T23:31:51Z</cp:lastPrinted>
  <dcterms:created xsi:type="dcterms:W3CDTF">2024-12-07T21:02:44Z</dcterms:created>
  <dcterms:modified xsi:type="dcterms:W3CDTF">2024-12-08T18:46:05Z</dcterms:modified>
</cp:coreProperties>
</file>